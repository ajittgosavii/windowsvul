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400" b="1">
                <a:solidFill>
                  <a:srgbClr val="FFFFFF"/>
                </a:solidFill>
              </a:defRPr>
            </a:pPr>
            <a:r>
              <a:t>VulnShield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3B82F6"/>
                </a:solidFill>
              </a:defRPr>
            </a:pPr>
            <a:r>
              <a:t>Autonomous AI Security Engineer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3B82F6"/>
                </a:solidFill>
              </a:defRPr>
            </a:pPr>
            <a:r>
              <a:t>for Enterprise Windows Server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Multi-Account AWS  |  SSM Patch Manager  |  ServiceNow ITSM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Human-in-the-Loop  |  12 AI Agents  |  Perceive-Reason-Act-Learn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B5CF6"/>
                </a:solidFill>
              </a:defRPr>
            </a:pPr>
            <a:r>
              <a:t>winvulmgmt.streamlit.app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Why $200K enterprise tools still leave you exposed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10,000+ Windows Servers across 200+ AWS accounts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New CVEs published daily  --  CISA KEV alerts for active exploits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Manual vulnerability triage: 2 hours per CVE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Manual change request creation: 30 minutes per ticket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Patch cycles take weeks  --  attackers move in hours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Current tools (Qualys, Tenable, CrowdStrike):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Cost $200K - $300K / year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Find vulnerabilities but DON'T fix them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No AI reasoning  --  just "install this KB"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No autonomous decision-making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No ServiceNow automation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No confidence-based human-in-the-loop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The gap:  No tool REASONS about whether to patch,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who to notify, or what change ticket to create.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VulnShield AI  --  An Autonomous AI Security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Not a dashboard. An agent that runs 24/7.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The agent runs a continuous cycle: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PERCEIVE       What changed in my environment?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New CVE on NVD, CISA KEV alert, server compliance drift,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new EC2 instance launched, approval received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REASON           What should I do about it?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LLM (GPT-4o / Claude) analyzes risk, reads policies, checks memory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"This is a .NET update, safe to auto-patch. Confidence: 94%"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ACT                  Execute the decision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SSM Patch Manager install, ServiceNow CHG ticket, Slack alert,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rollback if something breaks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LEARN              Record the outcome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"Last time we patched the ERP server, IIS restarted.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 Next time, require human approval."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REPORT            Tell humans only what they need to know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                   Proactive alerts, not reactive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Dashboard  --  Real AWS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"Everything you see is LIVE from AWS account 448549863273"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LIVE badge in header  --  toggle between Demo and Live data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What the audience sees: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AWS Accounts:           2  (hub + spoke via AssumeRole)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Windows Servers:       12  (10 in hub, 2 in spoke)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Servers Online:          3  (FinOps, WAFR in us-west-1 + ML-Server)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Critical Vulnerabilities:  Real count from SSM scan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Compliance Score:       Calculated from 9 live security checks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Key talking point: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"These aren't mock numbers. The system just ran PowerShell scripts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on those servers via SSM and found that TLS 1.2 is NOT enabled.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That's a real critical finding from a real scan."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Account Vulnerability Posture table shows both accounts: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448549863273 (Splunk COE)  --  10 servers, 3 regions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950766978386 (Cloud Migration)  --  2 servers, cross-account via AssumeRole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Fleet View  --  12 Real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"Notice the Account column  --  different accounts, managed from one place"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9144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011680"/>
                <a:gridCol w="1097280"/>
                <a:gridCol w="146304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Instance ID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SSM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FinOps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i-0e284388d8c8e9b79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448549863273 (Hub)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us-west-1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 Server 2025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WAFR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i-03f775ac21c5bc3fe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448549863273 (Hub)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us-west-1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 Server 2025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ML-Server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i-0d381382940e69845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448549863273 (Hub)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us-east-1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FinOps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i-07d45c3c9b49fdba8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950766978386 (Spoke)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us-east-1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Genai-Bastion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i-053a4cfb4d9dc1a78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448549863273 (Hub)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us-east-1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Stopped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+ 7 more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448549863273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3 regions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Windows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Stopped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Key talking points: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"The stopped servers show 0% compliance  --  not because they're secure,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but because we CAN'T reach them.  That's a visibility gap the tool surfaces."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"The spoke account servers were discovered via STS AssumeRole.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The hub never had those credentials."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Filter by Status = Online  --&gt;  show only the live servers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Charts: Server Status | By Region | By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Patch Status  --  Real SSM Patch Manager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"Both servers are missing KB5078740  --  the March 2026 Critical Security Update"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FinOps (i-0e284388d8c8e9b79):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Installed:   2 patches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Other:         5 patches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Missing:      1 patch          NON-COMPLIANT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Failed:        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Installed: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KB5066131  .NET Framework 3.5/4.8.1  Critical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KB5072033  Win Server 2025 Cumulative  Critical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Missing: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KB5078740  2026-03 Security Update  CRITICAL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[Install Missing Patches]  button runs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AWS-RunPatchBaseline Install on the real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WAFR (i-03f775ac21c5bc3fe):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Installed:   2 patches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Other:         5 patches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Missing:      1 patch          NON-COMPLIANT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Failed:        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Missing: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KB5078740  2026-03 Security Update  CRITICAL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This is REAL data from AWS SSM Patch Manager.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Patch Baseline: VulnShield-Critical-Security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Baseline ID: pb-0aa04b12d28ff3abc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Auto-approves Critical + Security updates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0-day approval delay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"This is how AWS recommends enterprise patching.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The AI adds the reasoning layer on top."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Agent Brain  --  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"This is NOT a dashboard. This is an autonomous AI agent."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Click:  Run Agent Cycle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The agent does 4 things autonomously: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1. PERCEIVE  --  Checked NVD and CISA KEV for new Windows CVEs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"It found a critical CVE in the CISA Known Exploited Vulnerabilities catalog.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 That means attackers are using it RIGHT NOW."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2. REASON  --  GPT-4o analyzed our servers, policies, and memory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"The AI looked at which servers are affected, what policies apply,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 and what happened last time we patched similar vulnerabilities."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3. ACT  --  Decided to scan the fleet immediately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"Because of the CISA KEV alert, it triggered an immediate fleet scan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 and created a notification for the security team."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4. LEARN  --  Recorded this in memory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"Next time a similar CVE appears, it already knows what to do."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Actions Table shows every decision with priority, target, and reasoning.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Threat Feed on the right shows real-time CVE alerts.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"No other tool does this.  Qualys finds vulnerabilities.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This agent finds them, reasons about them, and fixes them."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Natural Language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"Plain English rules.  No YAML.  No code changes.  The LLM interprets them."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149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011680"/>
                <a:gridCol w="7772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Policy Name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Rule (Plain English)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Auto-patch non-prod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Automatically patch all Dev and Staging servers without approval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Production kernel guard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Kernel updates on Production require human approval, even at 90%+ confidence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Critical CVE bypass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CRITICAL CVEs with CVSS &gt;= 9.0 can be patched outside maintenance windows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ERP protection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Any remediation on ERP/SAP servers must create a ServiceNow CHG ticket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Stale patch escalation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Servers unpatched &gt; 30 days: escalate to security lead + P2 incident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Failure response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Failed remediation: trigger Rollback Agent + create P1 incident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Zero-day response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New CISA KEV entry: scan fleet + notify security team within 15 minutes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B82F6"/>
                </a:solidFill>
              </a:defRPr>
            </a:pPr>
            <a:r>
              <a:t>Live demo:  Click "Add New Policy" and type: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B82F6"/>
                </a:solidFill>
              </a:defRPr>
            </a:pPr>
            <a:r>
              <a:t>   "Never auto-patch the FinOps server on the last day of the month"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B82F6"/>
                </a:solidFill>
              </a:defRPr>
            </a:pPr>
            <a:r>
              <a:t>   Done.  No code changes.  The AI reads this on its next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Agentic Pipeline  --  7 Decisions in 10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"Watch the AI route each CVE based on confidence"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149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914400"/>
                <a:gridCol w="1645920"/>
                <a:gridCol w="4572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CVE-2024-43498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.NET Framework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AUTO-REMEDIATE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.NET updates are well-tested, safe to auto-patch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CVE-2024-43500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IIS Web Server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AUTO-REMEDIATE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IIS updates are common, low risk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CVE-2024-43499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Remote Desktop (RDP)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HUMAN APPROVAL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RDP config change on production needs review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CVE-2024-38063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TCP/IP Stack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HUMAN APPROVAL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Network stack change, needs validation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CVE-2024-21338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Windows Kernel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CHG TICKET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Kernel update + reboot, needs change management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CVE-2024-30078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Wi-Fi Driver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CHG TICKET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Driver change is highest risk, needs full process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CVE-2024-35250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Kernel Streaming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CHG TICKET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Kernel component + reboot, insufficient confidence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Key talking point: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"2 auto-fixed  --  the AI was 90%+ confident.  No human touched these.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2 pending approval  --  the AI isn't sure enough.  It asks a human.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3 CHG tickets  --  low confidence.  These need full change management.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7 decisions in 10 seconds.  A human analyst takes 2 hours.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The AI knows when to act and when to stop and ask."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Human-in-the-Loop Approval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"The AI explains WHY it needs human approval"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Approval Queue shows only the 2 items the AI wasn't confident about: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CVE-2024-43499 (RDP)  --  Confidence: 72%  |  Risk: 91%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AI Reasoning:  "This is an RDP configuration change on a production server.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The patch modifies NLA and TLS settings. While the fix is standard,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the production environment and RDP dependency warrant human review."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Remediation Script Preview  --&gt;  Full PowerShell with rollback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CVE-2024-38063 (TCP/IP)  --  Confidence: 74%  |  Risk: 94%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AI Reasoning:  "TCP/IP stack modification affects all network services.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High CVSS but the remediation involves registry changes to the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network stack. Recommend testing in staging first."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Actions: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Click  Approve   --&gt;  "Now it executes on the real server via SSM"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Click  Reject     --&gt;  "Stays in queue, no action taken"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  Click  --&gt; CHG    --&gt;  "Escalates to ServiceNow change ticket"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"The human only reviews what the AI isn't confident about.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B2D1"/>
                </a:solidFill>
              </a:defRPr>
            </a:pPr>
            <a:r>
              <a:t>    60% of vulnerabilities were handled without any human intervention."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Live Demo: ServiceNow ITSM  --  Auto-Created in 2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"Open ServiceNow in another tab  --  show the real ticket"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Click:  Create CHG Ticket  --&gt;  Select CVE-2024-21338 (Kernel EoP)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Switch to ServiceNow tab (dev218436.service-now.com)  --&gt;  Show the ticket: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Short Description:   [HIGH] CVE-2024-21338 - Windows Kernel EoP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Category:              Software / Security Patch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Assignment Group:   Windows Server Team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Impact:                  2 - High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Risk:                      High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Description: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Full CVE details, NIST controls (SI-2), affected servers,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AI confidence score, routing decision reasoning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Implementation Plan: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1. Verify server availability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2. Create restore point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3. Install KB5034763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4. Apply registry fixes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5. Verify and close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Backout Plan: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1. Restore from system restore point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2. Rollback registry changes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3. Verify system stability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"The AI wrote the entire change request.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A human writing this takes 30 minutes.  This took 2 seconds."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Architecture: Hub &amp; Spoke Multi-Account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"One IAM role per account.  200 accounts in under 1 hour."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Hub Account: 448549863273 (Splunk COE)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VulnShield AI Platform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12 AI Agents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SSM Patch Manager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ServiceNow ITSM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Streamlit Observation Deck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10 Windows Servers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3 AWS Regions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2 SSM Online (FinOps, WAFR)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Patch Baseline: pb-0aa04b12d28ff3abc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Spoke Account: 950766978386 (Cloud Migration)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WindowsVulnScannerRole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Trust: 448549863273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   Permissions: SSM + EC2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SSMInstanceRole on instances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2 Windows Servers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1 Running with SSM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How it works: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1. Hub calls STS AssumeRole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2. Gets temporary credentials for spoke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3. Runs SSM commands in spoke account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4. Results flow back to hub dashboard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Scaling to 200+ accounts: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CloudFormation StackSet deploys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WindowsVulnScannerRole to all accounts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One template, one command, 200 accounts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No agents to install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SSM Agent is already on every Windows AMI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No scanners to deploy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No VPN tunnels needed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Demo: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Toggle DEMO  --&gt;  6 accounts, 60 servers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Toggle LIVE   --&gt;  2 real accounts, 12 real servers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B2D1"/>
                </a:solidFill>
              </a:defRPr>
            </a:pPr>
            <a:r>
              <a:t>   "And switch to real AWS data instantly."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12 Specialized AI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1498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011680"/>
                <a:gridCol w="7772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Discovery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Finds Windows servers across 200+ AWS accounts via SSM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Analysis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LLM-powered CVE analysis with NIST mapping and risk scoring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Decision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Routes to auto-fix / human / CHG based on confidence score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Remediation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Executes patches via SSM Patch Manager (not custom scripts)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Verification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Validates patches installed, services running, no disruption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ITSM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Auto-creates ServiceNow CHG/INC tickets with full plans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Rollback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Auto-reverts failed patches using restore points and registry backup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Notification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Slack, Teams, Email alerts routed by severity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Reporting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Board-ready PDF reports for executives and auditors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Scheduling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Enforces maintenance windows and blackout periods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Compliance Drift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Continuous NIST SP 800-53 and CIS baseline monitoring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Threat Intel Agent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Real-time NVD, CISA KEV, EPSS monitoring + MITRE ATT&amp;CK mapping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Market Comparison  --  Why This Wins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3327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828800"/>
                <a:gridCol w="18288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VulnShield 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Qualys ($200K)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Tenable ($150K)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CrowdStrike ($300K)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Truly Agentic AI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YES - Perceive/Reason/Act/Learn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basic ML scoring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VPR scoring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threat correlation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Autonomous 24/7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YES - continuous agent loop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scheduled scans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scheduled scans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agent-based detection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Auto-Remediation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Confidence-based routing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Patch deployment only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Detection only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Detection only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YES - approval queue + AI reasoning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NL Policies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YES - plain English rules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 - YAML/XML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SSM Patch Manager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Native AWS integration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ServiceNow Auto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CHG + INC + CMDB + full plans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Plugin (extra cost)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Plugin (extra cost)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Basic integration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Memory / Learning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YES - learns from outcomes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Script Generation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YES - per-CVE PowerShell + rollback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Annual Cost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$5-15K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$200K+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$150K+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8B2D1"/>
                          </a:solidFill>
                        </a:defRPr>
                      </a:pPr>
                      <a:r>
                        <a:t>$300K+</a:t>
                      </a:r>
                    </a:p>
                  </a:txBody>
                  <a:tcPr>
                    <a:solidFill>
                      <a:srgbClr val="12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Return on Investment  --  20x to 35x in Year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Cost Savings: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Replace Qualys/Tenable: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   $150K - $250K / year saved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Eliminate manual triage: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   2 FTE analysts x $60-80K = $120K - $160K / year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Reduce incidents via auto-patching: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   $50K - $100K / year (fewer breaches, less downtime)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Faster change requests: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   30 min --&gt; 2 sec = thousands of hours saved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TOTAL SAVINGS:  $320K - $510K /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VulnShield AI Cost: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OpenAI GPT-4o API:    $2K - $5K / year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AWS infrastructure:    $1K - $3K / year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Streamlit Cloud:         $0 - $5K / year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TOTAL COST:  $3K - $13K / year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ROI:  25x - 40x return in year one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Time Savings: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Vulnerability triage:       2 hours  --&gt;  10 seconds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Change request:             30 min    --&gt;  2 seconds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Fleet discovery:              Days      --&gt;  Minutes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Compliance report:          Hours     --&gt;  Instant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B2D1"/>
                </a:solidFill>
              </a:defRPr>
            </a:pPr>
            <a:r>
              <a:t>   Patch install decision:   Meeting  --&gt;  Autonomous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FFFFFF"/>
                </a:solidFill>
              </a:defRPr>
            </a:pPr>
            <a:r>
              <a:t>VulnShield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3B82F6"/>
                </a:solidFill>
              </a:defRPr>
            </a:pPr>
            <a:r>
              <a:t>"An autonomous AI security engineer that monitors,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3B82F6"/>
                </a:solidFill>
              </a:defRPr>
            </a:pPr>
            <a:r>
              <a:t>reasons, acts, and learns  --  24/7, across your entire Windows fleet."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B5CF6"/>
                </a:solidFill>
              </a:defRPr>
            </a:pPr>
            <a:r>
              <a:t>12 AI Agents  |  2 real AWS accounts  |  12 real servers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B5CF6"/>
                </a:solidFill>
              </a:defRPr>
            </a:pPr>
            <a:r>
              <a:t>7 decisions in 10 seconds  |  $5K vs $200K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B5CF6"/>
                </a:solidFill>
              </a:defRPr>
            </a:pPr>
            <a:r>
              <a:t>Real SSM Patch Manager  |  Real ServiceNow tickets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B5CF6"/>
                </a:solidFill>
              </a:defRPr>
            </a:pPr>
            <a:r>
              <a:t>Natural language policies  |  Agent memory that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A8B2D1"/>
                </a:solidFill>
              </a:defRPr>
            </a:pPr>
            <a:r>
              <a:t>winvulmgmt.streamlit.app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A8B2D1"/>
                </a:solidFill>
              </a:defRPr>
            </a:pPr>
          </a:p>
          <a:p>
            <a:pPr algn="ctr">
              <a:spcAft>
                <a:spcPts val="400"/>
              </a:spcAft>
              <a:defRPr sz="1200" b="0">
                <a:solidFill>
                  <a:srgbClr val="A8B2D1"/>
                </a:solidFill>
              </a:defRPr>
            </a:pPr>
            <a:r>
              <a:t>Hub: 448549863273  |  Spoke: 950766978386  |  Cross-account via AssumeRole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