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VulnShield AI</a:t>
            </a:r>
          </a:p>
          <a:p>
            <a:pPr algn="ctr">
              <a:defRPr sz="2000">
                <a:solidFill>
                  <a:srgbClr val="3B82F6"/>
                </a:solidFill>
              </a:defRPr>
            </a:pPr>
            <a:r>
              <a:t>Autonomous AI Security Engineer for Windows Server Vulnerability Management</a:t>
            </a:r>
          </a:p>
          <a:p>
            <a:br/>
            <a:pPr algn="ctr">
              <a:defRPr sz="1400">
                <a:solidFill>
                  <a:srgbClr val="A8B2D1"/>
                </a:solidFill>
              </a:defRPr>
            </a:pPr>
            <a:r>
              <a:t>Multi-Account AWS  |  SSM Patch Manager  |  ServiceNow ITSM  |  Human-in-the-Loop</a:t>
            </a:r>
          </a:p>
          <a:p>
            <a:br/>
            <a:pPr algn="ctr">
              <a:defRPr sz="1400">
                <a:solidFill>
                  <a:srgbClr val="8B5CF6"/>
                </a:solidFill>
              </a:defRPr>
            </a:pPr>
            <a:r>
              <a:t>12 AI Agents  |  Natural Language Policies  |  Perceive-Reason-Act-Learn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Why existing tools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Enterprise Windows Server patching is broken: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10,000+ Windows Servers across 200+ AWS accounts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New CVEs published daily  -  CISA KEV alerts for active exploits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Manual triage takes hours  -  patch cycles take weeks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No AI reasoning  -  just "install this KB"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Qualys/Tenable: $200K-300K/year  -  still requires manual decisions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The gap: No tool REASONS about whether to patch, who to notify,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or what change ticket to create.  Humans make every decision.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What if an AI agent could do this autonomously, 24/7?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VulnShield AI  -  The Solution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An autonomous AI security engineer, not 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PERCEIVE    What changed?  (new CVE, compliance drift, new server)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                     NVD, CISA KEV, SSM Patch Manager, EC2 inventory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REASON       What should I do?  (LLM-powered decision making)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                     GPT-4o / Claude analyzes risk, reads policies, checks memory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ACT               Execute the decision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                     SSM Patch Manager, ServiceNow CHG, Slack/Teams, rollback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LEARN           Record outcome, adjust for next time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                     "Last patch on ERP caused outage  -  require approval next time"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REPORT        Notify humans only when needed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                     Proactive alerts, not reactive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 -  Hub &amp; Spoke Multi-Account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Hub Account (448549863273)                    Spoke Accounts (200+)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VulnShield AI Platform                        950766978386 (Cloud Migration)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Autonomous Agent Loop                     123456789012 (Finance Prod)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12 AI Agents                                      234567890123 (HR Systems)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SSM Patch Manager                            345678901234 (ERP Platform)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ServiceNow ITSM                                ...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STS AssumeRole                           WindowsVulnScannerRole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   (cross-account)                             in each spoke account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No agents to install.  SSM Agent is already on every Windows AMI.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One IAM role per account.  Deploy via CloudFormation StackSets.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200 accounts onboarded in under 1 hour.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12 Specialized AI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Discovery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AWS Organizations + SSM inventory across accounts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Analysis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CVE analysis, NIST mapping, risk scoring (LLM-powered)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Decision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Confidence-based routing: auto / human / CHG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Remediation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SSM Patch Manager execution + PowerShell generation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Verification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Post-remediation validation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ITSM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ServiceNow CHG/INC/CMDB automation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Rollback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Auto-revert failed remediations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Notification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Slack, Teams, Email alerts by severity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Reporting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Executive PDF/HTML reports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Scheduling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Maintenance window enforcement + blackout periods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Compliance Drift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Continuous NIST/CIS baseline monitoring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Threat Intel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NVD, CISA KEV, EPSS enrichment + MITRE ATT&amp;CK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Confidence-Based Routing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The agent knows when to act and when to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Confidence &gt;= 90%           AUTO-REMEDIATE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Execute immediately via SSM Patch Manager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No human involvement needed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Example: KB security update, well-tested, non-reboot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Confidence 70-89%           HUMAN APPROVAL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Queue in Approval Dashboard with AI reasoning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Human reviews script + reasoning, approves/rejects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Example: RDP config change on production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Confidence &lt; 70%              RAISE CHG TICKET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Auto-create ServiceNow Change Request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Full description, implementation plan, backout plan, test plan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Example: Kernel update requiring maintenance window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The AI doesn't just find vulnerabilities.  It fixes them,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or knows when to stop and 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Natural Language Policies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Plain English rules the AI follows  -  no YAML, no code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Rule (Plain English)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Auto-patch non-prod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Automatically patch all Dev and Staging servers without approval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Production kernel guard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Kernel updates on Production require human approval, even if confidence &gt; 90%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Critical CVE bypass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CRITICAL CVEs with CVSS &gt;= 9.0 can be patched outside maintenance windows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ERP protection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Any remediation on ERP/SAP servers must create a ServiceNow CHG ticket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Stale patch escalation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Servers unpatched &gt; 30 days: escalate to security lead + create P2 incident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Failure response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Failed remediation: trigger Rollback Agent + create P1 incident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Zero-day response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New CISA KEV entry: scan fleet + notify security team within 15 minutes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  -  Real AWS Servers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9052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371600"/>
                <a:gridCol w="1097280"/>
                <a:gridCol w="164592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Instance ID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SSM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FinOps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i-0e284388d8c8e9b79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448549863273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us-west-1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Win Server 2025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WAFR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i-03f775ac21c5bc3fe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448549863273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us-west-1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Win Server 2025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ML-Server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i-0d381382940e69845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448549863273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FinOps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i-07d45c3c9b49fdba8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950766978386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+ 8 more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448549863273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3 regions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Stopped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D7E14"/>
                </a:solidFill>
              </a:defRPr>
            </a:pPr>
            <a:r>
              <a:t>Real Finding: Both FinOps + WAFR are missing KB5078740 (March 2026 Critical Security Update)</a:t>
            </a:r>
          </a:p>
          <a:p>
            <a:pPr>
              <a:spcAft>
                <a:spcPts val="600"/>
              </a:spcAft>
              <a:defRPr sz="1400">
                <a:solidFill>
                  <a:srgbClr val="FD7E14"/>
                </a:solidFill>
              </a:defRPr>
            </a:pPr>
            <a:r>
              <a:t>Real Finding: TLS 1.2 is NOT enabled on production servers</a:t>
            </a:r>
          </a:p>
          <a:p>
            <a:pPr>
              <a:spcAft>
                <a:spcPts val="600"/>
              </a:spcAft>
              <a:defRPr sz="1400">
                <a:solidFill>
                  <a:srgbClr val="FD7E14"/>
                </a:solidFill>
              </a:defRPr>
            </a:pPr>
            <a:r>
              <a:t>Real Finding: RDP (3389), SMB (445), WinRM (5985) ports open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SSM Patch Manager Integration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Production-grade patching  -  not custom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Custom Baseline:  VulnShield-Critical-Security (pb-0aa04b12d28ff3abc)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Critical + Security updates,  0-day auto-approval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Patch Groups:  Tag-based server grouping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PatchGroup = VulnShield-Critical-Security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Compliance Scan:  AWS-RunPatchBaseline (Scan operation)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Real compliance data from AWS, not custom PowerShell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Patch Install:  AWS-RunPatchBaseline (Install operation)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With RebootIfNeeded control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Maintenance Windows:  Real AWS SSM maintenance windows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Scheduled via cron, enforced by the Scheduling Agent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This is how AWS recommends enterprise patching.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The AI adds the reasoning layer on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ServiceNow ITSM Integration</a:t>
            </a:r>
          </a:p>
          <a:p>
            <a:pPr>
              <a:defRPr sz="1600">
                <a:solidFill>
                  <a:srgbClr val="A8B2D1"/>
                </a:solidFill>
              </a:defRPr>
            </a:pPr>
            <a:r>
              <a:t>Auto-create CHG tickets with full details in 2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Change Requests (CHG):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Auto-created for low-confidence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Full description: CVE, NIST controls, affected servers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Implementation plan (5 steps)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Backout plan (3 steps)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Test plan (4 steps)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Assigned to: Windows Server Team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Incidents (INC):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Auto-created for failed remediations or active exploits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P1 severity for rollback events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CMDB Sync: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All Windows servers synced to ServiceNow CMDB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Updated on every discovery cycle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Instance: dev218436.service-now.com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9875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VulnShield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Qualys VMDR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Tenable.io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CrowdStrike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MS Defender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$5-15K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$200K+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$150K+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$300K+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$60K+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Truly Agentic AI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Autonomous 24/7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NL Policies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Auto-Remediation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Confidence-based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Patch only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Intune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Human-in-Loop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SSM Patch Manager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ServiceNow Auto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CHG+INC+CMDB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Plugin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Plugin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Logic Apps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Memory/Learning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Cross-Account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AssumeRole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B2D1"/>
                          </a:solidFill>
                        </a:defRPr>
                      </a:pPr>
                      <a:r>
                        <a:t>Azure Arc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Cost Savings: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Qualys/Tenable replacement:         $150K - $250K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Manual triage elimination:              $80K - $120K / year  (2 FTE analysts)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Incident reduction (auto-patch):     $50K - $100K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TOTAL SAVINGS:                             $280K - $470K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VulnShield AI Cost: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OpenAI API:                                      $2K - $5K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AWS infrastructure:                           $1K - $3K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Streamlit Cloud:                                $0 - $5K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TOTAL COST:                                     $3K - $13K / year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ROI:  20x - 35x return in year one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Time Savings: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Vulnerability triage:                          2 hours  -&gt;  10 seconds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Change request creation:                 30 minutes  -&gt;  2 seconds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Cross-account discovery:                 Days  -&gt;  Minutes</a:t>
            </a:r>
          </a:p>
          <a:p>
            <a:pPr>
              <a:spcAft>
                <a:spcPts val="600"/>
              </a:spcAft>
              <a:defRPr sz="1600">
                <a:solidFill>
                  <a:srgbClr val="A8B2D1"/>
                </a:solidFill>
              </a:defRPr>
            </a:pPr>
            <a:r>
              <a:t>      Compliance reporting:                      Hours  -&gt;  Instant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VulnShield AI</a:t>
            </a:r>
          </a:p>
          <a:p>
            <a:pPr algn="ctr">
              <a:defRPr sz="2000" i="1">
                <a:solidFill>
                  <a:srgbClr val="3B82F6"/>
                </a:solidFill>
              </a:defRPr>
            </a:pPr>
            <a:r>
              <a:t>"An autonomous AI security engineer that monitors, reasons, acts,</a:t>
            </a:r>
            <a:br/>
            <a:r>
              <a:t>and learns  -  24/7, across your entire Windows fleet."</a:t>
            </a:r>
          </a:p>
          <a:p>
            <a:br/>
            <a:pPr algn="ctr">
              <a:defRPr sz="1600">
                <a:solidFill>
                  <a:srgbClr val="8B5CF6"/>
                </a:solidFill>
              </a:defRPr>
            </a:pPr>
            <a:r>
              <a:t>12 AI Agents  |  $5K vs $200K  |  7 decisions in 10 seconds</a:t>
            </a:r>
          </a:p>
          <a:p>
            <a:br/>
            <a:pPr algn="ctr">
              <a:defRPr sz="1400">
                <a:solidFill>
                  <a:srgbClr val="A8B2D1"/>
                </a:solidFill>
              </a:defRPr>
            </a:pPr>
            <a:r>
              <a:t>winvulmgmt.streamlit.app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